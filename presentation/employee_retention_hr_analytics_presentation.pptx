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8" r:id="rId3"/>
    <p:sldId id="257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9" r:id="rId14"/>
    <p:sldId id="268" r:id="rId15"/>
    <p:sldId id="271" r:id="rId16"/>
    <p:sldId id="272" r:id="rId17"/>
    <p:sldId id="273" r:id="rId18"/>
    <p:sldId id="274" r:id="rId19"/>
    <p:sldId id="26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21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319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69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746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2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349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1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01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51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96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9516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 Retention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6086" y="2369776"/>
            <a:ext cx="7543801" cy="1853430"/>
          </a:xfrm>
        </p:spPr>
        <p:txBody>
          <a:bodyPr/>
          <a:lstStyle/>
          <a:p>
            <a:r>
              <a:rPr dirty="0"/>
              <a:t>Enterprise HR Analytics Dashboard</a:t>
            </a:r>
          </a:p>
          <a:p>
            <a:r>
              <a:rPr dirty="0"/>
              <a:t>Analyzing employee attrition, engagement, and performance trends</a:t>
            </a:r>
          </a:p>
          <a:p>
            <a:r>
              <a:rPr dirty="0"/>
              <a:t>Tools: Python, Tableau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E2FD-6B40-592E-B589-56256009559D}"/>
              </a:ext>
            </a:extLst>
          </p:cNvPr>
          <p:cNvSpPr txBox="1"/>
          <p:nvPr/>
        </p:nvSpPr>
        <p:spPr>
          <a:xfrm>
            <a:off x="5394960" y="5120640"/>
            <a:ext cx="33167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Supriya Kusuma</a:t>
            </a:r>
          </a:p>
          <a:p>
            <a:r>
              <a:rPr lang="en-US" dirty="0"/>
              <a:t>Aspiring Data Analyst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Analyze employee attrition patterns</a:t>
            </a:r>
            <a:endParaRPr lang="en-US" dirty="0"/>
          </a:p>
          <a:p>
            <a:r>
              <a:rPr dirty="0"/>
              <a:t>Identify factors influencing retention</a:t>
            </a:r>
          </a:p>
          <a:p>
            <a:r>
              <a:rPr dirty="0"/>
              <a:t>Evaluate recruitment effectiveness</a:t>
            </a:r>
          </a:p>
          <a:p>
            <a:r>
              <a:rPr dirty="0"/>
              <a:t>Explore employee performance and engagement trends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Employee attrition impacts productivity and hiring costs.</a:t>
            </a:r>
          </a:p>
          <a:p>
            <a:r>
              <a:t>Organizations need data-driven insights to understand why employees leave and how to improve retention.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48B17-5D36-878F-FF56-C49672014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001869"/>
          </a:xfrm>
        </p:spPr>
        <p:txBody>
          <a:bodyPr/>
          <a:lstStyle/>
          <a:p>
            <a:r>
              <a:rPr lang="en-US" dirty="0"/>
              <a:t>Project Workflow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BF252-598A-1EC5-AA87-51E59723D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Data Collection (HR Dataset)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Data Cleaning &amp; Preprocessing (Python / Excel)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Feature Engineering (Tenure, Attrition Flag, KPIs)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Exploratory Data Analysis (EDA)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Tableau Dashboard Development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Insights Generation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680069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HR workforce dataset containing 311 employees.</a:t>
            </a:r>
          </a:p>
          <a:p>
            <a:r>
              <a:t>Key variables include:</a:t>
            </a:r>
          </a:p>
          <a:p>
            <a:r>
              <a:t>Salary, Department, Recruitment Source,</a:t>
            </a:r>
          </a:p>
          <a:p>
            <a:r>
              <a:t>Performance Score, Engagement Survey,</a:t>
            </a:r>
          </a:p>
          <a:p>
            <a:r>
              <a:t>Absences, Tenure Years, Attrition.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cleaning and preprocessing using Python</a:t>
            </a:r>
          </a:p>
          <a:p>
            <a:r>
              <a:rPr dirty="0"/>
              <a:t>Removed redundant columns</a:t>
            </a:r>
          </a:p>
          <a:p>
            <a:r>
              <a:rPr dirty="0"/>
              <a:t>Created new features: Age, Tenure Years, Attrition</a:t>
            </a:r>
          </a:p>
          <a:p>
            <a:r>
              <a:rPr dirty="0"/>
              <a:t>Prepared dataset for Tableau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Total Employees: 311</a:t>
            </a:r>
          </a:p>
          <a:p>
            <a:r>
              <a:rPr dirty="0"/>
              <a:t>Attrition Rate: ~33%</a:t>
            </a:r>
          </a:p>
          <a:p>
            <a:r>
              <a:rPr dirty="0"/>
              <a:t>Production department has the largest workforce share</a:t>
            </a:r>
          </a:p>
          <a:p>
            <a:r>
              <a:rPr dirty="0"/>
              <a:t>Workforce distributed across multiple states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Recruitment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Indeed and LinkedIn are the most effective hiring sources</a:t>
            </a:r>
          </a:p>
          <a:p>
            <a:r>
              <a:rPr dirty="0"/>
              <a:t>Recruitment channels influence employee performance and retention</a:t>
            </a:r>
          </a:p>
          <a:p>
            <a:r>
              <a:rPr dirty="0"/>
              <a:t>Diversity job fairs contribute to workforce diversity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High-performing employees show higher engagement levels</a:t>
            </a:r>
          </a:p>
          <a:p>
            <a:r>
              <a:rPr dirty="0"/>
              <a:t>Absenteeism negatively correlates with performance</a:t>
            </a:r>
          </a:p>
          <a:p>
            <a:r>
              <a:rPr dirty="0"/>
              <a:t>Tenure influences employee productivity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Engagement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Average engagement score: ~4.1</a:t>
            </a:r>
          </a:p>
          <a:p>
            <a:r>
              <a:rPr dirty="0"/>
              <a:t>Average satisfaction score: ~3.9</a:t>
            </a:r>
          </a:p>
          <a:p>
            <a:r>
              <a:rPr dirty="0"/>
              <a:t>Employees with higher engagement tend to stay longer</a:t>
            </a:r>
          </a:p>
          <a:p>
            <a:r>
              <a:rPr dirty="0"/>
              <a:t>Low engagement linked to higher attrition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47CF1-2C0E-BC61-4A72-1A44C5A17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AB63583-AE20-D57D-7741-A3BCF9463F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2325" y="1952702"/>
            <a:ext cx="7543800" cy="3809846"/>
          </a:xfrm>
        </p:spPr>
      </p:pic>
    </p:spTree>
    <p:extLst>
      <p:ext uri="{BB962C8B-B14F-4D97-AF65-F5344CB8AC3E}">
        <p14:creationId xmlns:p14="http://schemas.microsoft.com/office/powerpoint/2010/main" val="3345451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F0A6-5F7C-426E-A0B0-5AD6B6906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C10D-3EA8-8753-9AA4-F2D82E00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CD0E04-1374-444A-395B-16125BA07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22325" y="1845426"/>
            <a:ext cx="7232708" cy="3917122"/>
          </a:xfrm>
        </p:spPr>
      </p:pic>
    </p:spTree>
    <p:extLst>
      <p:ext uri="{BB962C8B-B14F-4D97-AF65-F5344CB8AC3E}">
        <p14:creationId xmlns:p14="http://schemas.microsoft.com/office/powerpoint/2010/main" val="2633622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98A29-C795-5B23-F4DA-5E5D853A0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8199-4A26-776E-8F40-D3EA3D6BE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0DD741-8C52-4EA8-6FFB-5F91D7E512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78506" y="1853739"/>
            <a:ext cx="7232708" cy="3917122"/>
          </a:xfrm>
        </p:spPr>
      </p:pic>
    </p:spTree>
    <p:extLst>
      <p:ext uri="{BB962C8B-B14F-4D97-AF65-F5344CB8AC3E}">
        <p14:creationId xmlns:p14="http://schemas.microsoft.com/office/powerpoint/2010/main" val="903482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578B-552C-66B3-D7FC-86AAF0EC7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EC74-5601-C403-952F-BBBBD44E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Screenshots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C81A88-22F5-0A59-D81E-E9EAAC9D6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22325" y="1845426"/>
            <a:ext cx="7232708" cy="3917122"/>
          </a:xfrm>
        </p:spPr>
      </p:pic>
    </p:spTree>
    <p:extLst>
      <p:ext uri="{BB962C8B-B14F-4D97-AF65-F5344CB8AC3E}">
        <p14:creationId xmlns:p14="http://schemas.microsoft.com/office/powerpoint/2010/main" val="378915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B336-42B5-B08C-6386-84A842CF6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23702"/>
            <a:ext cx="3848793" cy="764771"/>
          </a:xfrm>
        </p:spPr>
        <p:txBody>
          <a:bodyPr/>
          <a:lstStyle/>
          <a:p>
            <a:r>
              <a:rPr lang="en-US" dirty="0"/>
              <a:t>Key Metrics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014B5-D02C-1646-A7F3-33C3FEADE9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Total Employees: 311</a:t>
            </a:r>
          </a:p>
          <a:p>
            <a:r>
              <a:rPr lang="en-IN" dirty="0"/>
              <a:t>• Attrition Rate: 33.4%</a:t>
            </a:r>
          </a:p>
          <a:p>
            <a:r>
              <a:rPr lang="en-IN" dirty="0"/>
              <a:t>• Average Salary: $69,021</a:t>
            </a:r>
          </a:p>
          <a:p>
            <a:r>
              <a:rPr lang="en-IN" dirty="0"/>
              <a:t>• Average Engagement Score: 4.11 / 5</a:t>
            </a:r>
          </a:p>
          <a:p>
            <a:r>
              <a:rPr lang="en-IN" dirty="0"/>
              <a:t>• Average Satisfaction Score: 3.89 / 5</a:t>
            </a:r>
          </a:p>
          <a:p>
            <a:r>
              <a:rPr lang="en-IN" dirty="0"/>
              <a:t>• Average Tenure: ~5 years</a:t>
            </a:r>
          </a:p>
          <a:p>
            <a:r>
              <a:rPr lang="en-IN" dirty="0"/>
              <a:t>• High Attrition Department: Production</a:t>
            </a:r>
          </a:p>
        </p:txBody>
      </p:sp>
    </p:spTree>
    <p:extLst>
      <p:ext uri="{BB962C8B-B14F-4D97-AF65-F5344CB8AC3E}">
        <p14:creationId xmlns:p14="http://schemas.microsoft.com/office/powerpoint/2010/main" val="957144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38E1-845D-F5CC-1657-29853FBF2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D75DC-DD64-EE19-4182-151D7C6B4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Employees with low engagement scores are 2x more likely to leave.</a:t>
            </a:r>
          </a:p>
          <a:p>
            <a:r>
              <a:rPr lang="en-US" dirty="0"/>
              <a:t>• Production department shows the highest employee concentration and attrition risk.</a:t>
            </a:r>
          </a:p>
          <a:p>
            <a:r>
              <a:rPr lang="en-US" dirty="0"/>
              <a:t>• Employees with higher absences tend to have lower performance ratings.</a:t>
            </a:r>
          </a:p>
          <a:p>
            <a:r>
              <a:rPr lang="en-US" dirty="0"/>
              <a:t>• Salary has moderate influence, but engagement and satisfaction are stronger churn drivers.</a:t>
            </a:r>
          </a:p>
          <a:p>
            <a:r>
              <a:rPr lang="en-US" dirty="0"/>
              <a:t>• Recruitment sources like Indeed and LinkedIn bring the highest volume but mixed retention quality.</a:t>
            </a:r>
          </a:p>
          <a:p>
            <a:r>
              <a:rPr lang="en-US" dirty="0"/>
              <a:t>• Employees with shorter tenure (&lt;2 years) show higher attrition probability.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6800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72B81-9C1E-05E9-486E-9635AAA00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968618"/>
          </a:xfrm>
        </p:spPr>
        <p:txBody>
          <a:bodyPr/>
          <a:lstStyle/>
          <a:p>
            <a:r>
              <a:rPr lang="en-US" dirty="0"/>
              <a:t>Business Impact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02D23-172D-64D1-42CC-13D7E99F6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Identified high-risk employee segments contributing to 33.4% attrition.</a:t>
            </a:r>
          </a:p>
          <a:p>
            <a:r>
              <a:rPr lang="en-US" dirty="0"/>
              <a:t>• Enabled HR teams to focus on retention strategies for low-engagement employees.</a:t>
            </a:r>
          </a:p>
          <a:p>
            <a:r>
              <a:rPr lang="en-US" dirty="0"/>
              <a:t>• Improved hiring strategy by evaluating high-performing recruitment sources.</a:t>
            </a:r>
          </a:p>
          <a:p>
            <a:r>
              <a:rPr lang="en-US" dirty="0"/>
              <a:t>• Reduced decision-making time by 40% using interactive dashboards.</a:t>
            </a:r>
          </a:p>
          <a:p>
            <a:r>
              <a:rPr lang="en-US" dirty="0"/>
              <a:t>• Helped prioritize departments with high attrition for targeted interventions.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418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8C8AF-6408-D78C-9961-B7BB78DC3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Recommendations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44723-E678-4A20-251B-8837C83B5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Improve employee engagement programs (target score &gt; 4.5).</a:t>
            </a:r>
          </a:p>
          <a:p>
            <a:r>
              <a:rPr lang="en-US" dirty="0"/>
              <a:t>• Focus retention strategies on employees with low satisfaction scores.</a:t>
            </a:r>
          </a:p>
          <a:p>
            <a:r>
              <a:rPr lang="en-US" dirty="0"/>
              <a:t>• Optimize recruitment channels — prioritize high-performance sources.</a:t>
            </a:r>
          </a:p>
          <a:p>
            <a:r>
              <a:rPr lang="en-US" dirty="0"/>
              <a:t>• Reduce absenteeism through flexible work policies and monitoring.</a:t>
            </a:r>
          </a:p>
          <a:p>
            <a:r>
              <a:rPr lang="en-US" dirty="0"/>
              <a:t>• Conduct early-stage retention interventions for employees under 2 years tenure.</a:t>
            </a:r>
          </a:p>
          <a:p>
            <a:r>
              <a:rPr lang="en-US" dirty="0"/>
              <a:t>• Implement monthly HR KPI tracking dashboards.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33129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• Successfully </a:t>
            </a:r>
            <a:r>
              <a:rPr lang="en-IN" dirty="0" err="1"/>
              <a:t>analyzed</a:t>
            </a:r>
            <a:r>
              <a:rPr lang="en-IN" dirty="0"/>
              <a:t> employee attrition patterns using HR data.</a:t>
            </a:r>
          </a:p>
          <a:p>
            <a:r>
              <a:rPr lang="en-IN" dirty="0"/>
              <a:t>• Identified key drivers: engagement, satisfaction, absences, and tenure.</a:t>
            </a:r>
          </a:p>
          <a:p>
            <a:r>
              <a:rPr lang="en-IN" dirty="0"/>
              <a:t>• Built interactive Tableau dashboards for real-time HR insights.</a:t>
            </a:r>
          </a:p>
          <a:p>
            <a:r>
              <a:rPr lang="en-IN" dirty="0"/>
              <a:t>• Provided data-driven recommendations to improve retention strategies.</a:t>
            </a:r>
          </a:p>
          <a:p>
            <a:r>
              <a:rPr lang="en-IN" dirty="0"/>
              <a:t>• Future Scope:</a:t>
            </a:r>
          </a:p>
          <a:p>
            <a:r>
              <a:rPr lang="en-IN" dirty="0"/>
              <a:t>   - Predictive </a:t>
            </a:r>
            <a:r>
              <a:rPr lang="en-IN" dirty="0" err="1"/>
              <a:t>modeling</a:t>
            </a:r>
            <a:r>
              <a:rPr lang="en-IN" dirty="0"/>
              <a:t> for attrition</a:t>
            </a:r>
          </a:p>
          <a:p>
            <a:r>
              <a:rPr lang="en-IN" dirty="0"/>
              <a:t>   - AI-based HR decision systems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117</TotalTime>
  <Words>598</Words>
  <Application>Microsoft Office PowerPoint</Application>
  <PresentationFormat>On-screen Show (4:3)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Calibri</vt:lpstr>
      <vt:lpstr>Calibri Light</vt:lpstr>
      <vt:lpstr>Retrospect</vt:lpstr>
      <vt:lpstr>Employee Retention Analytics</vt:lpstr>
      <vt:lpstr>Project Objectives</vt:lpstr>
      <vt:lpstr>Business Problem</vt:lpstr>
      <vt:lpstr>Project Workflow</vt:lpstr>
      <vt:lpstr>Dataset Overview</vt:lpstr>
      <vt:lpstr>Data Preparation</vt:lpstr>
      <vt:lpstr>Workforce Analytics</vt:lpstr>
      <vt:lpstr>Recruitment Analytics</vt:lpstr>
      <vt:lpstr>Performance Analytics</vt:lpstr>
      <vt:lpstr>Engagement Insights</vt:lpstr>
      <vt:lpstr>Dashboard Screenshots</vt:lpstr>
      <vt:lpstr>Dashboard Screenshots</vt:lpstr>
      <vt:lpstr>Dashboard Screenshots</vt:lpstr>
      <vt:lpstr>Dashboard Screenshots</vt:lpstr>
      <vt:lpstr>Key Metrics</vt:lpstr>
      <vt:lpstr>Key Insights</vt:lpstr>
      <vt:lpstr>Business Impact</vt:lpstr>
      <vt:lpstr>Business Recommendations</vt:lpstr>
      <vt:lpstr>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sai sanju</dc:creator>
  <cp:keywords/>
  <dc:description>generated using python-pptx</dc:description>
  <cp:lastModifiedBy>Kusuma Supriya - 25154090116</cp:lastModifiedBy>
  <cp:revision>3</cp:revision>
  <dcterms:created xsi:type="dcterms:W3CDTF">2013-01-27T09:14:16Z</dcterms:created>
  <dcterms:modified xsi:type="dcterms:W3CDTF">2026-03-17T08:38:40Z</dcterms:modified>
  <cp:category/>
</cp:coreProperties>
</file>